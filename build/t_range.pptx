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 / 编辑器与工具链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编辑器：打开浏览器即是完整 IDE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视口 · 检视器 · 代码工作台 · Play 模式 · Profiler · OPFS 持久化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297680" cy="3456432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8100000">
              <a:srgbClr val="8A9BB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4297680" cy="274320"/>
          </a:xfrm>
          <a:prstGeom prst="rect">
            <a:avLst/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389888"/>
            <a:ext cx="91440" cy="91440"/>
          </a:xfrm>
          <a:prstGeom prst="ellipse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389888"/>
            <a:ext cx="91440" cy="9144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389888"/>
            <a:ext cx="91440" cy="91440"/>
          </a:xfrm>
          <a:prstGeom prst="ellipse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src/editor/index.html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868680" cy="2331720"/>
          </a:xfrm>
          <a:prstGeom prst="rect">
            <a:avLst/>
          </a:prstGeom>
          <a:solidFill>
            <a:srgbClr val="F7FA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783080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6824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3776" y="1664208"/>
            <a:ext cx="795528" cy="237744"/>
          </a:xfrm>
          <a:prstGeom prst="rect">
            <a:avLst/>
          </a:prstGeom>
          <a:ln w="9525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112264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0116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6928" y="2441448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3408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" y="2770632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6700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3099816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9992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" y="3429000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3284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36667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层级树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325880" y="1572768"/>
            <a:ext cx="2377440" cy="2331720"/>
          </a:xfrm>
          <a:prstGeom prst="rect">
            <a:avLst/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2212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1836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084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0708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2039112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5880" y="2505456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5880" y="2971800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5880" y="3438144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5880" y="3018434"/>
            <a:ext cx="2377440" cy="0"/>
          </a:xfrm>
          <a:prstGeom prst="line">
            <a:avLst/>
          </a:prstGeom>
          <a:noFill/>
          <a:ln w="12700">
            <a:solidFill>
              <a:srgbClr val="33527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39112" y="2272284"/>
            <a:ext cx="855878" cy="746150"/>
          </a:xfrm>
          <a:prstGeom prst="triangle">
            <a:avLst/>
          </a:prstGeom>
          <a:solidFill>
            <a:srgbClr val="35D6FF">
              <a:alpha val="28000"/>
            </a:srgbClr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7051" y="2645359"/>
            <a:ext cx="384048" cy="0"/>
          </a:xfrm>
          <a:prstGeom prst="line">
            <a:avLst/>
          </a:prstGeom>
          <a:noFill/>
          <a:ln w="22225">
            <a:solidFill>
              <a:srgbClr val="FF7A7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467051" y="2645359"/>
            <a:ext cx="0" cy="384048"/>
          </a:xfrm>
          <a:prstGeom prst="line">
            <a:avLst/>
          </a:prstGeom>
          <a:noFill/>
          <a:ln w="22225">
            <a:solidFill>
              <a:srgbClr val="3BE08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2467051" y="2645359"/>
            <a:ext cx="274320" cy="274320"/>
          </a:xfrm>
          <a:prstGeom prst="line">
            <a:avLst/>
          </a:prstGeom>
          <a:noFill/>
          <a:ln w="22225">
            <a:solidFill>
              <a:srgbClr val="6FA8FF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380744" y="3685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9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视口 + Gizmo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703320" y="1572768"/>
            <a:ext cx="1051560" cy="2331720"/>
          </a:xfrm>
          <a:prstGeom prst="rect">
            <a:avLst/>
          </a:prstGeom>
          <a:solidFill>
            <a:srgbClr val="F7FA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76472" y="1627632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检视器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776472" y="188366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31336" y="188366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776472" y="215798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31336" y="215798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776472" y="243230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1336" y="243230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76472" y="270662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31336" y="270662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776472" y="298094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1336" y="298094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57200" y="3904488"/>
            <a:ext cx="429768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40507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⏸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22960" y="40507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⏭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97280" y="40507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9728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508760" y="4169664"/>
            <a:ext cx="3063240" cy="0"/>
          </a:xfrm>
          <a:prstGeom prst="line">
            <a:avLst/>
          </a:prstGeom>
          <a:noFill/>
          <a:ln w="25400">
            <a:solidFill>
              <a:srgbClr val="D9E3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08760" y="4169664"/>
            <a:ext cx="122529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92908" y="4128516"/>
            <a:ext cx="82296" cy="82296"/>
          </a:xfrm>
          <a:prstGeom prst="ellipse">
            <a:avLst/>
          </a:prstGeom>
          <a:solidFill>
            <a:srgbClr val="0891B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08760" y="4251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 / 动画 / 粒子生命周期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937760" y="1298448"/>
            <a:ext cx="3749040" cy="2084832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38928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编辑器功能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166360" y="182880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49240" y="17373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视口（实时渲染 + Gizmo + 网格/坐标轴）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166360" y="2093976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49240" y="2002536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层级树 + 检视器（transform/material/particle）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166360" y="235915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49240" y="226771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撤销重做 / 命令面板 / 多场景管理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166360" y="2624328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49240" y="2532888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 模式：暂停 / 单步 / 热重载 / 断点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166360" y="2889504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49240" y="2798064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代码工作台：Worker 语法校验 / tokenizer 高亮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166360" y="315468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49240" y="306324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Profiler：帧时间线 / draw call / 内存面板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937760" y="3529584"/>
            <a:ext cx="3749040" cy="1225296"/>
          </a:xfrm>
          <a:prstGeom prst="roundRect">
            <a:avLst>
              <a:gd name="adj" fmla="val 4104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38928" y="3621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5166360" y="3986784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49240" y="3895344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OPFS + File System Access 持久化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166360" y="425196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49240" y="4160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GLTF 2.0（.glb 往返）/ 骨骼动画 + mixer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166360" y="4517136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49240" y="4425696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图片解码 / DDC 编译缓存 / Worker 池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Browser Game Engine — 宣传与操作手册</dc:title>
  <dc:subject>PptxGenJS Presentation</dc:subject>
  <dc:creator>Browser Game Engine</dc:creator>
  <cp:lastModifiedBy>Browser Game Engine</cp:lastModifiedBy>
  <cp:revision>1</cp:revision>
  <dcterms:created xsi:type="dcterms:W3CDTF">2026-09-04T09:22:31Z</dcterms:created>
  <dcterms:modified xsi:type="dcterms:W3CDTF">2026-09-04T09:22:31Z</dcterms:modified>
</cp:coreProperties>
</file>