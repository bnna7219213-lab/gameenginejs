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6F4FB"/>
          </a:solidFill>
          <a:ln w="12700">
            <a:solidFill>
              <a:srgbClr val="E6F4F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