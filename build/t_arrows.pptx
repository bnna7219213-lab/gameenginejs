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84048" cy="0"/>
          </a:xfrm>
          <a:prstGeom prst="line">
            <a:avLst/>
          </a:prstGeom>
          <a:noFill/>
          <a:ln w="22225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914400" y="1828800"/>
            <a:ext cx="0" cy="594360"/>
          </a:xfrm>
          <a:prstGeom prst="line">
            <a:avLst/>
          </a:prstGeom>
          <a:noFill/>
          <a:ln w="15875">
            <a:solidFill>
              <a:srgbClr val="00FF00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