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blockArc">
            <a:avLst>
              <a:gd name="adj1" fmla="val 16200000"/>
              <a:gd name="adj2" fmla="val 11880000"/>
              <a:gd name="adj3" fmla="val 11000"/>
            </a:avLst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2026-09-04T09:19:30Z</dcterms:created>
  <dcterms:modified xsi:type="dcterms:W3CDTF">2026-09-04T09:19:30Z</dcterms:modified>
</cp:coreProperties>
</file>