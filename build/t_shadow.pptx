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1828800"/>
          </a:xfrm>
          <a:prstGeom prst="roundRect">
            <a:avLst>
              <a:gd name="adj" fmla="val 2750"/>
            </a:avLst>
          </a:prstGeom>
          <a:solidFill>
            <a:srgbClr val="FFFFFF"/>
          </a:solidFill>
          <a:ln w="9525">
            <a:solidFill>
              <a:srgbClr val="D9E3EF"/>
            </a:solidFill>
            <a:prstDash val="solid"/>
          </a:ln>
          <a:effectLst>
            <a:outerShdw sx="100000" sy="100000" kx="0" ky="0" algn="bl" rotWithShape="0" blurRad="88900" dist="25400" dir="8100000">
              <a:srgbClr val="8A9BB0">
                <a:alpha val="22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