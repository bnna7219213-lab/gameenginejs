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243584" cy="475488"/>
          </a:xfrm>
          <a:prstGeom prst="chevron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914400"/>
            <a:ext cx="237744" cy="146304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914400"/>
            <a:ext cx="274320" cy="310896"/>
          </a:xfrm>
          <a:prstGeom prst="down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914400"/>
            <a:ext cx="914400" cy="457200"/>
          </a:xfrm>
          <a:prstGeom prst="homePlate">
            <a:avLst/>
          </a:prstGeom>
          <a:solidFill>
            <a:srgbClr val="13253F"/>
          </a:solidFill>
          <a:ln w="12700">
            <a:solidFill>
              <a:srgbClr val="1325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914400"/>
            <a:ext cx="1920240" cy="658368"/>
          </a:xfrm>
          <a:prstGeom prst="parallelogram">
            <a:avLst/>
          </a:prstGeom>
          <a:solidFill>
            <a:srgbClr val="35D6FF">
              <a:alpha val="38000"/>
            </a:srgbClr>
          </a:solidFill>
          <a:ln w="15875">
            <a:solidFill>
              <a:srgbClr val="35D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743200"/>
            <a:ext cx="914400" cy="914400"/>
          </a:xfrm>
          <a:prstGeom prst="donu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743200"/>
            <a:ext cx="914400" cy="914400"/>
          </a:xfrm>
          <a:prstGeom prst="pie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