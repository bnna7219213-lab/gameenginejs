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828800" cy="1371600"/>
          </a:xfrm>
          <a:prstGeom prst="triangle">
            <a:avLst/>
          </a:prstGeom>
          <a:ln w="19050">
            <a:solidFill>
              <a:srgbClr val="35D6FF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2026-09-04T09:19:30Z</dcterms:created>
  <dcterms:modified xsi:type="dcterms:W3CDTF">2026-09-04T09:19:30Z</dcterms:modified>
</cp:coreProperties>
</file>